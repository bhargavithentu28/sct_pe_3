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4"/>
  </p:notesMasterIdLst>
  <p:handoutMasterIdLst>
    <p:handoutMasterId r:id="rId15"/>
  </p:handoutMasterIdLst>
  <p:sldIdLst>
    <p:sldId id="410" r:id="rId5"/>
    <p:sldId id="383" r:id="rId6"/>
    <p:sldId id="389" r:id="rId7"/>
    <p:sldId id="391" r:id="rId8"/>
    <p:sldId id="411" r:id="rId9"/>
    <p:sldId id="412" r:id="rId10"/>
    <p:sldId id="407" r:id="rId11"/>
    <p:sldId id="405" r:id="rId12"/>
    <p:sldId id="3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0C0E86-D13D-483A-B187-15DE7AA90557}" v="18" dt="2026-05-28T16:23:13.906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gavithentu28@gmail.com" userId="52d9e5b72abdbca7" providerId="LiveId" clId="{70F9C467-6FAF-49B2-8322-15C4D1BAEED5}"/>
    <pc:docChg chg="custSel addSld delSld modSld">
      <pc:chgData name="bhargavithentu28@gmail.com" userId="52d9e5b72abdbca7" providerId="LiveId" clId="{70F9C467-6FAF-49B2-8322-15C4D1BAEED5}" dt="2026-05-28T16:25:04.348" v="125" actId="478"/>
      <pc:docMkLst>
        <pc:docMk/>
      </pc:docMkLst>
      <pc:sldChg chg="modSp mod">
        <pc:chgData name="bhargavithentu28@gmail.com" userId="52d9e5b72abdbca7" providerId="LiveId" clId="{70F9C467-6FAF-49B2-8322-15C4D1BAEED5}" dt="2026-05-28T16:07:53.356" v="44" actId="14100"/>
        <pc:sldMkLst>
          <pc:docMk/>
          <pc:sldMk cId="3346685798" sldId="383"/>
        </pc:sldMkLst>
        <pc:spChg chg="mod">
          <ac:chgData name="bhargavithentu28@gmail.com" userId="52d9e5b72abdbca7" providerId="LiveId" clId="{70F9C467-6FAF-49B2-8322-15C4D1BAEED5}" dt="2026-05-28T16:07:25.156" v="40"/>
          <ac:spMkLst>
            <pc:docMk/>
            <pc:sldMk cId="3346685798" sldId="383"/>
            <ac:spMk id="2" creationId="{B530BF65-C84B-45C3-72CA-AFDA68851174}"/>
          </ac:spMkLst>
        </pc:spChg>
        <pc:spChg chg="mod">
          <ac:chgData name="bhargavithentu28@gmail.com" userId="52d9e5b72abdbca7" providerId="LiveId" clId="{70F9C467-6FAF-49B2-8322-15C4D1BAEED5}" dt="2026-05-28T16:07:53.356" v="44" actId="14100"/>
          <ac:spMkLst>
            <pc:docMk/>
            <pc:sldMk cId="3346685798" sldId="383"/>
            <ac:spMk id="3" creationId="{3B8EBC2C-6DD7-5003-38EB-40753046FE8C}"/>
          </ac:spMkLst>
        </pc:spChg>
      </pc:sldChg>
      <pc:sldChg chg="modSp mod">
        <pc:chgData name="bhargavithentu28@gmail.com" userId="52d9e5b72abdbca7" providerId="LiveId" clId="{70F9C467-6FAF-49B2-8322-15C4D1BAEED5}" dt="2026-05-28T16:13:41.017" v="50"/>
        <pc:sldMkLst>
          <pc:docMk/>
          <pc:sldMk cId="1440871986" sldId="389"/>
        </pc:sldMkLst>
        <pc:spChg chg="mod">
          <ac:chgData name="bhargavithentu28@gmail.com" userId="52d9e5b72abdbca7" providerId="LiveId" clId="{70F9C467-6FAF-49B2-8322-15C4D1BAEED5}" dt="2026-05-28T16:13:41.017" v="50"/>
          <ac:spMkLst>
            <pc:docMk/>
            <pc:sldMk cId="1440871986" sldId="389"/>
            <ac:spMk id="2" creationId="{65B8CE60-587E-1D5C-8B50-ED3441BA49CE}"/>
          </ac:spMkLst>
        </pc:spChg>
        <pc:spChg chg="mod">
          <ac:chgData name="bhargavithentu28@gmail.com" userId="52d9e5b72abdbca7" providerId="LiveId" clId="{70F9C467-6FAF-49B2-8322-15C4D1BAEED5}" dt="2026-05-28T16:13:20.677" v="49" actId="255"/>
          <ac:spMkLst>
            <pc:docMk/>
            <pc:sldMk cId="1440871986" sldId="389"/>
            <ac:spMk id="3" creationId="{0E02AE9C-BA1D-195E-3B93-A5A0CC03D8F3}"/>
          </ac:spMkLst>
        </pc:spChg>
        <pc:picChg chg="mod">
          <ac:chgData name="bhargavithentu28@gmail.com" userId="52d9e5b72abdbca7" providerId="LiveId" clId="{70F9C467-6FAF-49B2-8322-15C4D1BAEED5}" dt="2026-05-28T16:11:49.324" v="46" actId="14826"/>
          <ac:picMkLst>
            <pc:docMk/>
            <pc:sldMk cId="1440871986" sldId="389"/>
            <ac:picMk id="12" creationId="{7D5BDB53-9169-3BBC-9362-0539514AC7DD}"/>
          </ac:picMkLst>
        </pc:picChg>
      </pc:sldChg>
      <pc:sldChg chg="addSp modSp mod">
        <pc:chgData name="bhargavithentu28@gmail.com" userId="52d9e5b72abdbca7" providerId="LiveId" clId="{70F9C467-6FAF-49B2-8322-15C4D1BAEED5}" dt="2026-05-28T16:16:51.330" v="69" actId="1076"/>
        <pc:sldMkLst>
          <pc:docMk/>
          <pc:sldMk cId="3200312026" sldId="391"/>
        </pc:sldMkLst>
        <pc:spChg chg="mod">
          <ac:chgData name="bhargavithentu28@gmail.com" userId="52d9e5b72abdbca7" providerId="LiveId" clId="{70F9C467-6FAF-49B2-8322-15C4D1BAEED5}" dt="2026-05-28T16:14:23.447" v="51"/>
          <ac:spMkLst>
            <pc:docMk/>
            <pc:sldMk cId="3200312026" sldId="391"/>
            <ac:spMk id="3" creationId="{545D3755-C3E2-975E-DE68-CDECC4B526EC}"/>
          </ac:spMkLst>
        </pc:spChg>
        <pc:spChg chg="mod">
          <ac:chgData name="bhargavithentu28@gmail.com" userId="52d9e5b72abdbca7" providerId="LiveId" clId="{70F9C467-6FAF-49B2-8322-15C4D1BAEED5}" dt="2026-05-28T16:16:45.472" v="68" actId="14100"/>
          <ac:spMkLst>
            <pc:docMk/>
            <pc:sldMk cId="3200312026" sldId="391"/>
            <ac:spMk id="7" creationId="{F70BD87D-F7DA-961B-4024-A354DC87D168}"/>
          </ac:spMkLst>
        </pc:spChg>
        <pc:picChg chg="add mod">
          <ac:chgData name="bhargavithentu28@gmail.com" userId="52d9e5b72abdbca7" providerId="LiveId" clId="{70F9C467-6FAF-49B2-8322-15C4D1BAEED5}" dt="2026-05-28T16:16:51.330" v="69" actId="1076"/>
          <ac:picMkLst>
            <pc:docMk/>
            <pc:sldMk cId="3200312026" sldId="391"/>
            <ac:picMk id="4" creationId="{D22FB4BB-C91D-33B4-202B-B5805BFBFD3E}"/>
          </ac:picMkLst>
        </pc:picChg>
      </pc:sldChg>
      <pc:sldChg chg="del">
        <pc:chgData name="bhargavithentu28@gmail.com" userId="52d9e5b72abdbca7" providerId="LiveId" clId="{70F9C467-6FAF-49B2-8322-15C4D1BAEED5}" dt="2026-05-28T16:21:44.786" v="90" actId="2696"/>
        <pc:sldMkLst>
          <pc:docMk/>
          <pc:sldMk cId="2039059756" sldId="397"/>
        </pc:sldMkLst>
      </pc:sldChg>
      <pc:sldChg chg="addSp delSp modSp mod">
        <pc:chgData name="bhargavithentu28@gmail.com" userId="52d9e5b72abdbca7" providerId="LiveId" clId="{70F9C467-6FAF-49B2-8322-15C4D1BAEED5}" dt="2026-05-28T16:25:04.348" v="125" actId="478"/>
        <pc:sldMkLst>
          <pc:docMk/>
          <pc:sldMk cId="4261132419" sldId="398"/>
        </pc:sldMkLst>
        <pc:spChg chg="del">
          <ac:chgData name="bhargavithentu28@gmail.com" userId="52d9e5b72abdbca7" providerId="LiveId" clId="{70F9C467-6FAF-49B2-8322-15C4D1BAEED5}" dt="2026-05-28T16:25:02.608" v="124" actId="478"/>
          <ac:spMkLst>
            <pc:docMk/>
            <pc:sldMk cId="4261132419" sldId="398"/>
            <ac:spMk id="3" creationId="{8BE734F0-2DDD-AF70-F13D-F9E4C1929411}"/>
          </ac:spMkLst>
        </pc:spChg>
        <pc:spChg chg="add del mod">
          <ac:chgData name="bhargavithentu28@gmail.com" userId="52d9e5b72abdbca7" providerId="LiveId" clId="{70F9C467-6FAF-49B2-8322-15C4D1BAEED5}" dt="2026-05-28T16:25:04.348" v="125" actId="478"/>
          <ac:spMkLst>
            <pc:docMk/>
            <pc:sldMk cId="4261132419" sldId="398"/>
            <ac:spMk id="5" creationId="{3977BB9E-6546-7318-596E-5CCA1EA435B3}"/>
          </ac:spMkLst>
        </pc:spChg>
      </pc:sldChg>
      <pc:sldChg chg="del">
        <pc:chgData name="bhargavithentu28@gmail.com" userId="52d9e5b72abdbca7" providerId="LiveId" clId="{70F9C467-6FAF-49B2-8322-15C4D1BAEED5}" dt="2026-05-28T16:20:32.982" v="86" actId="2696"/>
        <pc:sldMkLst>
          <pc:docMk/>
          <pc:sldMk cId="752428618" sldId="403"/>
        </pc:sldMkLst>
      </pc:sldChg>
      <pc:sldChg chg="del">
        <pc:chgData name="bhargavithentu28@gmail.com" userId="52d9e5b72abdbca7" providerId="LiveId" clId="{70F9C467-6FAF-49B2-8322-15C4D1BAEED5}" dt="2026-05-28T16:20:38.110" v="87" actId="2696"/>
        <pc:sldMkLst>
          <pc:docMk/>
          <pc:sldMk cId="1850768898" sldId="404"/>
        </pc:sldMkLst>
      </pc:sldChg>
      <pc:sldChg chg="addSp delSp modSp mod">
        <pc:chgData name="bhargavithentu28@gmail.com" userId="52d9e5b72abdbca7" providerId="LiveId" clId="{70F9C467-6FAF-49B2-8322-15C4D1BAEED5}" dt="2026-05-28T16:24:55.781" v="123" actId="1076"/>
        <pc:sldMkLst>
          <pc:docMk/>
          <pc:sldMk cId="4127695141" sldId="405"/>
        </pc:sldMkLst>
        <pc:spChg chg="add mod">
          <ac:chgData name="bhargavithentu28@gmail.com" userId="52d9e5b72abdbca7" providerId="LiveId" clId="{70F9C467-6FAF-49B2-8322-15C4D1BAEED5}" dt="2026-05-28T16:24:55.781" v="123" actId="1076"/>
          <ac:spMkLst>
            <pc:docMk/>
            <pc:sldMk cId="4127695141" sldId="405"/>
            <ac:spMk id="3" creationId="{9A398FA0-7597-839F-8207-26A89F414D61}"/>
          </ac:spMkLst>
        </pc:spChg>
        <pc:spChg chg="del">
          <ac:chgData name="bhargavithentu28@gmail.com" userId="52d9e5b72abdbca7" providerId="LiveId" clId="{70F9C467-6FAF-49B2-8322-15C4D1BAEED5}" dt="2026-05-28T16:22:55.450" v="107" actId="478"/>
          <ac:spMkLst>
            <pc:docMk/>
            <pc:sldMk cId="4127695141" sldId="405"/>
            <ac:spMk id="4" creationId="{CDB14AAA-1F04-769D-E7F0-4F68C8EB9283}"/>
          </ac:spMkLst>
        </pc:spChg>
        <pc:spChg chg="mod">
          <ac:chgData name="bhargavithentu28@gmail.com" userId="52d9e5b72abdbca7" providerId="LiveId" clId="{70F9C467-6FAF-49B2-8322-15C4D1BAEED5}" dt="2026-05-28T16:23:33.679" v="120" actId="20577"/>
          <ac:spMkLst>
            <pc:docMk/>
            <pc:sldMk cId="4127695141" sldId="405"/>
            <ac:spMk id="6" creationId="{76A9A9A7-F1D2-237D-AC72-E21A286F0A6F}"/>
          </ac:spMkLst>
        </pc:spChg>
        <pc:spChg chg="add del mod">
          <ac:chgData name="bhargavithentu28@gmail.com" userId="52d9e5b72abdbca7" providerId="LiveId" clId="{70F9C467-6FAF-49B2-8322-15C4D1BAEED5}" dt="2026-05-28T16:23:00.005" v="108" actId="478"/>
          <ac:spMkLst>
            <pc:docMk/>
            <pc:sldMk cId="4127695141" sldId="405"/>
            <ac:spMk id="7" creationId="{46E883CE-4B26-0D36-1A3F-F830913CB9AB}"/>
          </ac:spMkLst>
        </pc:spChg>
        <pc:graphicFrameChg chg="del modGraphic">
          <ac:chgData name="bhargavithentu28@gmail.com" userId="52d9e5b72abdbca7" providerId="LiveId" clId="{70F9C467-6FAF-49B2-8322-15C4D1BAEED5}" dt="2026-05-28T16:22:49.688" v="106" actId="478"/>
          <ac:graphicFrameMkLst>
            <pc:docMk/>
            <pc:sldMk cId="4127695141" sldId="405"/>
            <ac:graphicFrameMk id="8" creationId="{C60AA2D2-28D7-69D7-F6C5-B31DAD3332C1}"/>
          </ac:graphicFrameMkLst>
        </pc:graphicFrameChg>
      </pc:sldChg>
      <pc:sldChg chg="del">
        <pc:chgData name="bhargavithentu28@gmail.com" userId="52d9e5b72abdbca7" providerId="LiveId" clId="{70F9C467-6FAF-49B2-8322-15C4D1BAEED5}" dt="2026-05-28T16:20:42.370" v="88" actId="2696"/>
        <pc:sldMkLst>
          <pc:docMk/>
          <pc:sldMk cId="298364507" sldId="406"/>
        </pc:sldMkLst>
      </pc:sldChg>
      <pc:sldChg chg="addSp delSp modSp mod">
        <pc:chgData name="bhargavithentu28@gmail.com" userId="52d9e5b72abdbca7" providerId="LiveId" clId="{70F9C467-6FAF-49B2-8322-15C4D1BAEED5}" dt="2026-05-28T16:22:34.557" v="102" actId="255"/>
        <pc:sldMkLst>
          <pc:docMk/>
          <pc:sldMk cId="3088225330" sldId="407"/>
        </pc:sldMkLst>
        <pc:spChg chg="mod">
          <ac:chgData name="bhargavithentu28@gmail.com" userId="52d9e5b72abdbca7" providerId="LiveId" clId="{70F9C467-6FAF-49B2-8322-15C4D1BAEED5}" dt="2026-05-28T16:22:22.704" v="101"/>
          <ac:spMkLst>
            <pc:docMk/>
            <pc:sldMk cId="3088225330" sldId="407"/>
            <ac:spMk id="2" creationId="{60BD29B5-1B58-809F-FEA7-B82105E94664}"/>
          </ac:spMkLst>
        </pc:spChg>
        <pc:spChg chg="del">
          <ac:chgData name="bhargavithentu28@gmail.com" userId="52d9e5b72abdbca7" providerId="LiveId" clId="{70F9C467-6FAF-49B2-8322-15C4D1BAEED5}" dt="2026-05-28T16:21:59.217" v="95" actId="478"/>
          <ac:spMkLst>
            <pc:docMk/>
            <pc:sldMk cId="3088225330" sldId="407"/>
            <ac:spMk id="3" creationId="{8B599B60-BF79-A832-6AD4-6C6FC6CE4317}"/>
          </ac:spMkLst>
        </pc:spChg>
        <pc:spChg chg="mod">
          <ac:chgData name="bhargavithentu28@gmail.com" userId="52d9e5b72abdbca7" providerId="LiveId" clId="{70F9C467-6FAF-49B2-8322-15C4D1BAEED5}" dt="2026-05-28T16:22:34.557" v="102" actId="255"/>
          <ac:spMkLst>
            <pc:docMk/>
            <pc:sldMk cId="3088225330" sldId="407"/>
            <ac:spMk id="4" creationId="{07C3632C-2D2E-7026-33B8-EE42DA4BDB5C}"/>
          </ac:spMkLst>
        </pc:spChg>
        <pc:spChg chg="add del mod">
          <ac:chgData name="bhargavithentu28@gmail.com" userId="52d9e5b72abdbca7" providerId="LiveId" clId="{70F9C467-6FAF-49B2-8322-15C4D1BAEED5}" dt="2026-05-28T16:22:05.276" v="96" actId="478"/>
          <ac:spMkLst>
            <pc:docMk/>
            <pc:sldMk cId="3088225330" sldId="407"/>
            <ac:spMk id="6" creationId="{7154958F-E0AA-6640-3CAC-F1CFA0853FDF}"/>
          </ac:spMkLst>
        </pc:spChg>
      </pc:sldChg>
      <pc:sldChg chg="del">
        <pc:chgData name="bhargavithentu28@gmail.com" userId="52d9e5b72abdbca7" providerId="LiveId" clId="{70F9C467-6FAF-49B2-8322-15C4D1BAEED5}" dt="2026-05-28T16:20:47.748" v="89" actId="2696"/>
        <pc:sldMkLst>
          <pc:docMk/>
          <pc:sldMk cId="888484295" sldId="408"/>
        </pc:sldMkLst>
      </pc:sldChg>
      <pc:sldChg chg="del">
        <pc:chgData name="bhargavithentu28@gmail.com" userId="52d9e5b72abdbca7" providerId="LiveId" clId="{70F9C467-6FAF-49B2-8322-15C4D1BAEED5}" dt="2026-05-28T16:08:08.632" v="45" actId="2696"/>
        <pc:sldMkLst>
          <pc:docMk/>
          <pc:sldMk cId="2249372667" sldId="409"/>
        </pc:sldMkLst>
      </pc:sldChg>
      <pc:sldChg chg="addSp modSp mod">
        <pc:chgData name="bhargavithentu28@gmail.com" userId="52d9e5b72abdbca7" providerId="LiveId" clId="{70F9C467-6FAF-49B2-8322-15C4D1BAEED5}" dt="2026-05-28T16:06:59.074" v="38" actId="1076"/>
        <pc:sldMkLst>
          <pc:docMk/>
          <pc:sldMk cId="3390304222" sldId="410"/>
        </pc:sldMkLst>
        <pc:spChg chg="add mod">
          <ac:chgData name="bhargavithentu28@gmail.com" userId="52d9e5b72abdbca7" providerId="LiveId" clId="{70F9C467-6FAF-49B2-8322-15C4D1BAEED5}" dt="2026-05-28T16:06:59.074" v="38" actId="1076"/>
          <ac:spMkLst>
            <pc:docMk/>
            <pc:sldMk cId="3390304222" sldId="410"/>
            <ac:spMk id="3" creationId="{5F26550A-2893-EEF2-E8FB-26A443BF1531}"/>
          </ac:spMkLst>
        </pc:spChg>
      </pc:sldChg>
      <pc:sldChg chg="addSp delSp modSp add mod">
        <pc:chgData name="bhargavithentu28@gmail.com" userId="52d9e5b72abdbca7" providerId="LiveId" clId="{70F9C467-6FAF-49B2-8322-15C4D1BAEED5}" dt="2026-05-28T16:18:39.958" v="77" actId="14100"/>
        <pc:sldMkLst>
          <pc:docMk/>
          <pc:sldMk cId="3031754776" sldId="411"/>
        </pc:sldMkLst>
        <pc:spChg chg="mod">
          <ac:chgData name="bhargavithentu28@gmail.com" userId="52d9e5b72abdbca7" providerId="LiveId" clId="{70F9C467-6FAF-49B2-8322-15C4D1BAEED5}" dt="2026-05-28T16:17:25.898" v="71"/>
          <ac:spMkLst>
            <pc:docMk/>
            <pc:sldMk cId="3031754776" sldId="411"/>
            <ac:spMk id="3" creationId="{45489B72-BB4D-5C23-F10C-F1CB2F308BF0}"/>
          </ac:spMkLst>
        </pc:spChg>
        <pc:spChg chg="mod">
          <ac:chgData name="bhargavithentu28@gmail.com" userId="52d9e5b72abdbca7" providerId="LiveId" clId="{70F9C467-6FAF-49B2-8322-15C4D1BAEED5}" dt="2026-05-28T16:17:47.977" v="72"/>
          <ac:spMkLst>
            <pc:docMk/>
            <pc:sldMk cId="3031754776" sldId="411"/>
            <ac:spMk id="7" creationId="{EBA5975B-9B90-A4EF-E9AD-350012115CE4}"/>
          </ac:spMkLst>
        </pc:spChg>
        <pc:picChg chg="del">
          <ac:chgData name="bhargavithentu28@gmail.com" userId="52d9e5b72abdbca7" providerId="LiveId" clId="{70F9C467-6FAF-49B2-8322-15C4D1BAEED5}" dt="2026-05-28T16:17:50.353" v="73" actId="478"/>
          <ac:picMkLst>
            <pc:docMk/>
            <pc:sldMk cId="3031754776" sldId="411"/>
            <ac:picMk id="4" creationId="{8C3BF800-1856-6B11-9726-765CF54D3C6D}"/>
          </ac:picMkLst>
        </pc:picChg>
        <pc:picChg chg="add mod">
          <ac:chgData name="bhargavithentu28@gmail.com" userId="52d9e5b72abdbca7" providerId="LiveId" clId="{70F9C467-6FAF-49B2-8322-15C4D1BAEED5}" dt="2026-05-28T16:18:39.958" v="77" actId="14100"/>
          <ac:picMkLst>
            <pc:docMk/>
            <pc:sldMk cId="3031754776" sldId="411"/>
            <ac:picMk id="5" creationId="{D380E331-F142-1A98-1AB5-85CFABE5687F}"/>
          </ac:picMkLst>
        </pc:picChg>
      </pc:sldChg>
      <pc:sldChg chg="addSp delSp modSp add mod">
        <pc:chgData name="bhargavithentu28@gmail.com" userId="52d9e5b72abdbca7" providerId="LiveId" clId="{70F9C467-6FAF-49B2-8322-15C4D1BAEED5}" dt="2026-05-28T16:20:24.063" v="85" actId="1076"/>
        <pc:sldMkLst>
          <pc:docMk/>
          <pc:sldMk cId="2604820428" sldId="412"/>
        </pc:sldMkLst>
        <pc:spChg chg="mod">
          <ac:chgData name="bhargavithentu28@gmail.com" userId="52d9e5b72abdbca7" providerId="LiveId" clId="{70F9C467-6FAF-49B2-8322-15C4D1BAEED5}" dt="2026-05-28T16:19:07.947" v="79"/>
          <ac:spMkLst>
            <pc:docMk/>
            <pc:sldMk cId="2604820428" sldId="412"/>
            <ac:spMk id="3" creationId="{34D7967F-3A77-C08B-29B5-0F440DC4DCD7}"/>
          </ac:spMkLst>
        </pc:spChg>
        <pc:spChg chg="mod">
          <ac:chgData name="bhargavithentu28@gmail.com" userId="52d9e5b72abdbca7" providerId="LiveId" clId="{70F9C467-6FAF-49B2-8322-15C4D1BAEED5}" dt="2026-05-28T16:19:27.568" v="81"/>
          <ac:spMkLst>
            <pc:docMk/>
            <pc:sldMk cId="2604820428" sldId="412"/>
            <ac:spMk id="7" creationId="{D197EC66-601B-6D88-E295-7869E9E99D45}"/>
          </ac:spMkLst>
        </pc:spChg>
        <pc:picChg chg="add mod">
          <ac:chgData name="bhargavithentu28@gmail.com" userId="52d9e5b72abdbca7" providerId="LiveId" clId="{70F9C467-6FAF-49B2-8322-15C4D1BAEED5}" dt="2026-05-28T16:20:24.063" v="85" actId="1076"/>
          <ac:picMkLst>
            <pc:docMk/>
            <pc:sldMk cId="2604820428" sldId="412"/>
            <ac:picMk id="4" creationId="{80C82DD4-0ABA-0AD6-0B91-A4E696875679}"/>
          </ac:picMkLst>
        </pc:picChg>
        <pc:picChg chg="del">
          <ac:chgData name="bhargavithentu28@gmail.com" userId="52d9e5b72abdbca7" providerId="LiveId" clId="{70F9C467-6FAF-49B2-8322-15C4D1BAEED5}" dt="2026-05-28T16:19:11.726" v="80" actId="478"/>
          <ac:picMkLst>
            <pc:docMk/>
            <pc:sldMk cId="2604820428" sldId="412"/>
            <ac:picMk id="5" creationId="{F909C33A-B22E-B5DB-8A7A-06CA53FF5CB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E3B16-75CF-627C-A1DE-990FCE908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6CD419-FF30-1962-5D53-4DB426A3A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C45A4-09DF-17B6-FFBD-E85AD3F19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8254E-BE5B-0654-3177-3CFAF6581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719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DDF09-78E1-8D73-1285-0AAFDB780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4FDBD-0731-5989-D4A6-E4CD7B8BC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4019F-7E39-5A4B-3F1C-020F77306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C6CF7-51CA-8C16-2EFB-0DC301039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30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IN" sz="5400" dirty="0"/>
              <a:t>Prompting for Task Automation</a:t>
            </a:r>
            <a:endParaRPr lang="en-US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26550A-2893-EEF2-E8FB-26A443BF1531}"/>
              </a:ext>
            </a:extLst>
          </p:cNvPr>
          <p:cNvSpPr txBox="1"/>
          <p:nvPr/>
        </p:nvSpPr>
        <p:spPr>
          <a:xfrm>
            <a:off x="9053104" y="4870580"/>
            <a:ext cx="50478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Submitted By</a:t>
            </a:r>
          </a:p>
          <a:p>
            <a:r>
              <a:rPr lang="en-US" dirty="0">
                <a:solidFill>
                  <a:schemeClr val="bg1"/>
                </a:solidFill>
              </a:rPr>
              <a:t>Bhargavi </a:t>
            </a:r>
            <a:r>
              <a:rPr lang="en-US" dirty="0" err="1">
                <a:solidFill>
                  <a:schemeClr val="bg1"/>
                </a:solidFill>
              </a:rPr>
              <a:t>Thentu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Organization</a:t>
            </a:r>
          </a:p>
          <a:p>
            <a:r>
              <a:rPr lang="en-US" dirty="0">
                <a:solidFill>
                  <a:schemeClr val="bg1"/>
                </a:solidFill>
              </a:rPr>
              <a:t>SkillCraft Technology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128" y="292209"/>
            <a:ext cx="6787747" cy="1593507"/>
          </a:xfrm>
        </p:spPr>
        <p:txBody>
          <a:bodyPr/>
          <a:lstStyle/>
          <a:p>
            <a:r>
              <a:rPr lang="en-IN" dirty="0"/>
              <a:t>Introduction to Task Automation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4" y="2281238"/>
            <a:ext cx="7486585" cy="3709987"/>
          </a:xfrm>
        </p:spPr>
        <p:txBody>
          <a:bodyPr tIns="457200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Task automation using prompt engineering involves designing structured prompts that help AI systems automate repetitive and real-world tasks such as summarizing notes, extracting data, generating emails, and converting formats.</a:t>
            </a:r>
          </a:p>
          <a:p>
            <a:r>
              <a:rPr lang="en-US" dirty="0"/>
              <a:t>Key Points</a:t>
            </a:r>
          </a:p>
          <a:p>
            <a:r>
              <a:rPr lang="en-US" dirty="0"/>
              <a:t>Saves time </a:t>
            </a:r>
          </a:p>
          <a:p>
            <a:r>
              <a:rPr lang="en-US" dirty="0"/>
              <a:t>Improves productivity </a:t>
            </a:r>
          </a:p>
          <a:p>
            <a:r>
              <a:rPr lang="en-US" dirty="0"/>
              <a:t>Generates structured outputs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/>
          <a:lstStyle/>
          <a:p>
            <a:r>
              <a:rPr lang="en-IN" dirty="0"/>
              <a:t>Objective</a:t>
            </a:r>
            <a:endParaRPr lang="en-US" dirty="0"/>
          </a:p>
        </p:txBody>
      </p:sp>
      <p:pic>
        <p:nvPicPr>
          <p:cNvPr id="12" name="Picture Placeholder 4">
            <a:extLst>
              <a:ext uri="{FF2B5EF4-FFF2-40B4-BE49-F238E27FC236}">
                <a16:creationId xmlns:a16="http://schemas.microsoft.com/office/drawing/2014/main" id="{7D5BDB53-9169-3BBC-9362-0539514AC7D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113"/>
            <a:ext cx="5791200" cy="6880226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2" y="4083410"/>
            <a:ext cx="5486400" cy="1645920"/>
          </a:xfrm>
        </p:spPr>
        <p:txBody>
          <a:bodyPr/>
          <a:lstStyle/>
          <a:p>
            <a:r>
              <a:rPr lang="en-US" sz="1800" dirty="0"/>
              <a:t>The objective of this task is to understand how structured prompts can automate useful real-world tasks and generate reliable AI outputs.</a:t>
            </a:r>
          </a:p>
          <a:p>
            <a:r>
              <a:rPr lang="en-US" sz="1800" dirty="0"/>
              <a:t>Goals</a:t>
            </a:r>
          </a:p>
          <a:p>
            <a:r>
              <a:rPr lang="en-US" sz="1800" dirty="0"/>
              <a:t>Automate repetitive tasks </a:t>
            </a:r>
          </a:p>
          <a:p>
            <a:r>
              <a:rPr lang="en-US" sz="1800" dirty="0"/>
              <a:t>Generate structured responses </a:t>
            </a:r>
          </a:p>
          <a:p>
            <a:r>
              <a:rPr lang="en-US" sz="1800" dirty="0"/>
              <a:t>Improve consistency using prompts </a:t>
            </a:r>
          </a:p>
        </p:txBody>
      </p:sp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IN" dirty="0"/>
              <a:t>Example 1 — Notes Summarizer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362200"/>
            <a:ext cx="5034915" cy="4738207"/>
          </a:xfrm>
        </p:spPr>
        <p:txBody>
          <a:bodyPr>
            <a:normAutofit/>
          </a:bodyPr>
          <a:lstStyle/>
          <a:p>
            <a:r>
              <a:rPr lang="en-US" b="1" dirty="0"/>
              <a:t>Observation</a:t>
            </a:r>
          </a:p>
          <a:p>
            <a:r>
              <a:rPr lang="en-US" dirty="0"/>
              <a:t>AI summarized content accurately </a:t>
            </a:r>
          </a:p>
          <a:p>
            <a:r>
              <a:rPr lang="en-US" dirty="0"/>
              <a:t>Structured prompts improved readability </a:t>
            </a:r>
          </a:p>
          <a:p>
            <a:r>
              <a:rPr lang="en-US" dirty="0"/>
              <a:t>Automation saved time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22FB4BB-C91D-33B4-202B-B5805BFBF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129" y="2092089"/>
            <a:ext cx="6629646" cy="379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F6AD5-C006-C618-7A74-D74715E06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489B72-BB4D-5C23-F10C-F1CB2F308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IN" dirty="0"/>
              <a:t>Example 2 — Data Extraction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BA5975B-9B90-A4EF-E9AD-350012115CE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362200"/>
            <a:ext cx="5034915" cy="4738207"/>
          </a:xfrm>
        </p:spPr>
        <p:txBody>
          <a:bodyPr>
            <a:normAutofit/>
          </a:bodyPr>
          <a:lstStyle/>
          <a:p>
            <a:r>
              <a:rPr lang="en-US" b="1" dirty="0"/>
              <a:t>Observation</a:t>
            </a:r>
          </a:p>
          <a:p>
            <a:r>
              <a:rPr lang="en-US" dirty="0"/>
              <a:t>AI generated structured data </a:t>
            </a:r>
          </a:p>
          <a:p>
            <a:r>
              <a:rPr lang="en-US" dirty="0"/>
              <a:t>Prompt improved consistency </a:t>
            </a:r>
          </a:p>
          <a:p>
            <a:r>
              <a:rPr lang="en-US" dirty="0"/>
              <a:t>Useful for automation workflows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4A57D87-E350-8415-E896-BCFBA99A3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844AD9D-BA4C-B817-50F4-D199EF60E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B438815-546A-8AE7-9F9A-C4CD85645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03DBB8D-B301-E99D-B09D-5E8A08917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380E331-F142-1A98-1AB5-85CFABE56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2" y="1961734"/>
            <a:ext cx="6804892" cy="438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75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392FA-37AA-7319-EDCE-234D4420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D7967F-3A77-C08B-29B5-0F440DC4D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IN" dirty="0"/>
              <a:t>Example 3 — Email Generator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97EC66-601B-6D88-E295-7869E9E99D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362200"/>
            <a:ext cx="5034915" cy="4738207"/>
          </a:xfrm>
        </p:spPr>
        <p:txBody>
          <a:bodyPr>
            <a:normAutofit/>
          </a:bodyPr>
          <a:lstStyle/>
          <a:p>
            <a:r>
              <a:rPr lang="en-US" b="1" dirty="0"/>
              <a:t>Observation</a:t>
            </a:r>
          </a:p>
          <a:p>
            <a:r>
              <a:rPr lang="en-US" dirty="0"/>
              <a:t>AI generated formal communication </a:t>
            </a:r>
          </a:p>
          <a:p>
            <a:r>
              <a:rPr lang="en-US" dirty="0"/>
              <a:t>Prompt automated writing task </a:t>
            </a:r>
          </a:p>
          <a:p>
            <a:r>
              <a:rPr lang="en-US" dirty="0"/>
              <a:t>Output was professional and concise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930F939-6A48-B411-583A-12D28EB7B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01C6BA2-3495-8294-0632-3A429D41C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504123E-E9C9-AC45-A71F-D5AA087C4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9E33480-B476-781F-7072-B90B2D165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0C82DD4-0ABA-0AD6-0B91-A4E696875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541" y="2083913"/>
            <a:ext cx="6612067" cy="402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820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/>
          <a:lstStyle/>
          <a:p>
            <a:r>
              <a:rPr lang="en-US" dirty="0"/>
              <a:t>Key Learnings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3632C-2D2E-7026-33B8-EE42DA4BDB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457201"/>
            <a:ext cx="5871560" cy="6055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Points</a:t>
            </a:r>
          </a:p>
          <a:p>
            <a:r>
              <a:rPr lang="en-US" sz="2800" dirty="0"/>
              <a:t>Structured prompts automate repetitive tasks </a:t>
            </a:r>
          </a:p>
          <a:p>
            <a:r>
              <a:rPr lang="en-US" sz="2800" dirty="0"/>
              <a:t>AI can generate organized outputs </a:t>
            </a:r>
          </a:p>
          <a:p>
            <a:r>
              <a:rPr lang="en-US" sz="2800" dirty="0"/>
              <a:t>Prompt engineering improves productivity </a:t>
            </a:r>
          </a:p>
          <a:p>
            <a:r>
              <a:rPr lang="en-US" sz="2800" dirty="0"/>
              <a:t>Automation reduces manual effort </a:t>
            </a:r>
          </a:p>
          <a:p>
            <a:r>
              <a:rPr lang="en-US" sz="2800" dirty="0"/>
              <a:t>AI assists in professional communication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98FA0-7597-839F-8207-26A89F414D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32647" y="2043417"/>
            <a:ext cx="7926705" cy="3999060"/>
          </a:xfrm>
        </p:spPr>
        <p:txBody>
          <a:bodyPr>
            <a:normAutofit/>
          </a:bodyPr>
          <a:lstStyle/>
          <a:p>
            <a:r>
              <a:rPr lang="en-US" sz="2800" dirty="0"/>
              <a:t>Prompt engineering can effectively automate real-world tasks by generating accurate, structured, and reliable outputs. This task demonstrated how AI can improve efficiency and productivity through automation.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27</TotalTime>
  <Words>212</Words>
  <Application>Microsoft Office PowerPoint</Application>
  <PresentationFormat>Widescreen</PresentationFormat>
  <Paragraphs>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Franklin Gothic Book</vt:lpstr>
      <vt:lpstr>Franklin Gothic Demi</vt:lpstr>
      <vt:lpstr>Custom</vt:lpstr>
      <vt:lpstr>Prompting for Task Automation</vt:lpstr>
      <vt:lpstr>Introduction to Task Automation</vt:lpstr>
      <vt:lpstr>Objective</vt:lpstr>
      <vt:lpstr>Example 1 — Notes Summarizer</vt:lpstr>
      <vt:lpstr>Example 2 — Data Extraction</vt:lpstr>
      <vt:lpstr>Example 3 — Email Generator</vt:lpstr>
      <vt:lpstr>Key Learnings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bhargavithentu28@gmail.com</dc:creator>
  <cp:lastModifiedBy>bhargavithentu28@gmail.com</cp:lastModifiedBy>
  <cp:revision>1</cp:revision>
  <dcterms:created xsi:type="dcterms:W3CDTF">2026-05-28T15:57:57Z</dcterms:created>
  <dcterms:modified xsi:type="dcterms:W3CDTF">2026-05-28T16:25:09Z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